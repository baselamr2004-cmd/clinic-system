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77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567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 Queue &amp;</a:t>
            </a:r>
            <a:endParaRPr lang="en-US" sz="4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 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إلكتروني لإدارة الحجز والطابور في العيادات، مبني بـ Laravel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32918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 •  MySQL  •  REST API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المشكلة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زيارة العيادة التقليدية فيها 3 مشاكل أساسية بتتكرر كل مرة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5B7C7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74520" y="2331720"/>
            <a:ext cx="914400" cy="9144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7452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زحمة وانتظار عشوائي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0690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35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يوجد ترتيب واضح لدور كل مريض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20116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5B7C7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577840" y="2331720"/>
            <a:ext cx="914400" cy="91440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7784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3429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تعارض في الحجوزات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40690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35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أكتر من مريض بياخدوا نفس الميعاد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0" y="20116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5B7C7F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81160" y="23317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8116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75320" y="3429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غياب السجل الطبي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40690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35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تاريخ الزيارات والروشتات مش موثّق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Queue &amp; Appointment System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2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الحل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5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أونلاين متكامل بيدي كل مريض رقم دور واضح، ويحفظ سجله الطبي تلقائيًا، ويخلي الدكتور والإدارة شايفين كل حاجة لحظة بلحظة.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09160" y="685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09160" y="685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486400" y="6400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حجز إلكتروني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0" y="10972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المريض يختار الدكتور والموعد المناسب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09160" y="21031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5486400" y="20574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ترقيم تلقائي للطابور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0" y="25146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حجز ياخد رقم دور واضح ومرتب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709160" y="35204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5486400" y="34747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شاشة عرض لحظية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0" y="39319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تحديث تلقائي للطابور بدون Refresh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09160" y="49377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5486400" y="48920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سجل طبي دائم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53492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تشخيص وروشتة كل زيارة محفوظين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Queue &amp; Appointment System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مستخدمين، كل واحد له لوحة تحكم مستقلة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383280" cy="48920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5B7C7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383280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المريض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9842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2834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3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تسجيل حساب مباشر</a:t>
            </a:r>
            <a:endParaRPr lang="en-US" sz="1350" dirty="0"/>
          </a:p>
          <a:p>
            <a:pPr marL="342900" indent="-342900" algn="r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3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حجز ميعاد مع أي دكتور</a:t>
            </a:r>
            <a:endParaRPr lang="en-US" sz="1350" dirty="0"/>
          </a:p>
          <a:p>
            <a:pPr marL="342900" indent="-342900" algn="r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3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متابعة رقم الدور</a:t>
            </a:r>
            <a:endParaRPr lang="en-US" sz="1350" dirty="0"/>
          </a:p>
          <a:p>
            <a:pPr marL="342900" indent="-342900" algn="r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3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التاريخ الطبي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383280" cy="48920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5B7C7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3400" y="1417320"/>
            <a:ext cx="3383280" cy="10515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4340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الدكتور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43400" y="19842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2697480"/>
            <a:ext cx="2834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3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يضاف بمعرفة الإدارة</a:t>
            </a:r>
            <a:endParaRPr lang="en-US" sz="1350" dirty="0"/>
          </a:p>
          <a:p>
            <a:pPr marL="342900" indent="-342900" algn="r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3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متابعة طابور اليوم</a:t>
            </a:r>
            <a:endParaRPr lang="en-US" sz="1350" dirty="0"/>
          </a:p>
          <a:p>
            <a:pPr marL="342900" indent="-342900" algn="r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3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نداء المريض التالي</a:t>
            </a:r>
            <a:endParaRPr lang="en-US" sz="1350" dirty="0"/>
          </a:p>
          <a:p>
            <a:pPr marL="342900" indent="-342900" algn="r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3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تسجيل التشخيص والروشتة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383280" cy="48920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5B7C7F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46720" y="1417320"/>
            <a:ext cx="3383280" cy="10515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الإدارة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46720" y="19842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2697480"/>
            <a:ext cx="2834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3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حسابات الدكاترة</a:t>
            </a:r>
            <a:endParaRPr lang="en-US" sz="1350" dirty="0"/>
          </a:p>
          <a:p>
            <a:pPr marL="342900" indent="-342900" algn="r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3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كل الحجوزات</a:t>
            </a:r>
            <a:endParaRPr lang="en-US" sz="1350" dirty="0"/>
          </a:p>
          <a:p>
            <a:pPr marL="342900" indent="-342900" algn="r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3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إحصائيات عامة سريعة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Queue &amp; Appointment System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التقنيات المستخدمة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13363A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Laravel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B9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 — MVC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13363A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18745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25146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63440" y="2971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B9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قاعدة البيانات العلائقية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13363A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12480" y="1874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12480" y="25146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Eloquent ORM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12480" y="2971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B9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التعامل مع البيانات ككائنات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13363A"/>
          </a:solidFill>
          <a:ln w="19050">
            <a:solidFill>
              <a:srgbClr val="F4A2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4937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Blade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14400" y="53949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B9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قوالب عرض الواجهات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89120" y="40233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13363A"/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4297680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4937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663440" y="53949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B9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endpoints للطابور اللحظي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38160" y="40233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13363A"/>
          </a:solidFill>
          <a:ln w="19050">
            <a:solidFill>
              <a:srgbClr val="5B7C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412480" y="4297680"/>
            <a:ext cx="457200" cy="457200"/>
          </a:xfrm>
          <a:prstGeom prst="ellipse">
            <a:avLst/>
          </a:prstGeom>
          <a:solidFill>
            <a:srgbClr val="5B7C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12480" y="4937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AJAX / JS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412480" y="53949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B9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تحديث تلقائي بدون Refresh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Queue &amp; Appointment System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" y="73152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تصميم قاعدة البيانات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جداول مترابطة تغطي كل مراحل رحلة المريض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Queue &amp; Appointment System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DBE2C73-87A3-B105-EAE7-333A9ADCC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86" y="1508760"/>
            <a:ext cx="11217228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0B2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شاشة الطابور اللحظي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554480" y="160020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Endpoint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01168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/api/queue/{doctor} بيرجع بيانات الطابور بصيغة JSON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1554480" y="283464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AJAX Polling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الصفحة بتطلب البيانات كل 5 ثواني عن طريق fetch()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1554480" y="406908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تحديث تلقائي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448056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الجدول بيتحدث لوحده من غير أي Refresh يدوي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75320" y="914400"/>
            <a:ext cx="3520440" cy="4846320"/>
          </a:xfrm>
          <a:prstGeom prst="roundRect">
            <a:avLst>
              <a:gd name="adj" fmla="val 3117"/>
            </a:avLst>
          </a:prstGeom>
          <a:solidFill>
            <a:srgbClr val="13363A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75320" y="11887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طابور اليوم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503920" y="1737360"/>
            <a:ext cx="3063240" cy="594360"/>
          </a:xfrm>
          <a:prstGeom prst="roundRect">
            <a:avLst>
              <a:gd name="adj" fmla="val 9231"/>
            </a:avLst>
          </a:prstGeom>
          <a:solidFill>
            <a:srgbClr val="0B2E33"/>
          </a:solidFill>
          <a:ln w="12700">
            <a:solidFill>
              <a:srgbClr val="F4A2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95360" y="17373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59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98280" y="1737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FFFFFF"/>
                </a:solidFill>
              </a:rPr>
              <a:t>أحمد علي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503920" y="2514600"/>
            <a:ext cx="3063240" cy="594360"/>
          </a:xfrm>
          <a:prstGeom prst="roundRect">
            <a:avLst>
              <a:gd name="adj" fmla="val 9231"/>
            </a:avLst>
          </a:prstGeom>
          <a:solidFill>
            <a:srgbClr val="0B2E33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95360" y="25146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98280" y="2514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FFFFFF"/>
                </a:solidFill>
              </a:rPr>
              <a:t>منى سعيد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503920" y="3291840"/>
            <a:ext cx="3063240" cy="594360"/>
          </a:xfrm>
          <a:prstGeom prst="roundRect">
            <a:avLst>
              <a:gd name="adj" fmla="val 9231"/>
            </a:avLst>
          </a:prstGeom>
          <a:solidFill>
            <a:srgbClr val="0B2E33"/>
          </a:solidFill>
          <a:ln w="12700">
            <a:solidFill>
              <a:srgbClr val="5B7C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95360" y="32918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7C7F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98280" y="3291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FFFFFF"/>
                </a:solidFill>
              </a:rPr>
              <a:t>كريم فؤاد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646920" y="512064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875520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9CFCF"/>
                </a:solidFill>
              </a:rPr>
              <a:t>تحديث كل 5 ثواني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Queue &amp; Appointment System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البنية والأمان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التعامل مع الجداول عبر Eloquent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43400" y="15361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0" y="20574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قوالب Blade لعرض الواجهات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0" y="15361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75320" y="20574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استقبال الطلبات وتوجيه المنطق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طبقات المشروع (MVC)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195560" y="361188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3456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Guards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تسجيل دخول منفصل لكل نوع مستخدم (patient / doctor / admin)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3891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195560" y="461772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44622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Middleware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حماية كل مجموعة صفحات بحارس تسجيل الدخول المناسب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3949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195560" y="562356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5468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 Checks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8680" y="5852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التأكد إن أي تعديل أو إلغاء بتاع صاحب الحجز نفسه فقط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Queue &amp; Appointment System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875520" y="4572000"/>
            <a:ext cx="3657600" cy="36576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246888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شكرًا لكم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0" y="356616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Queue &amp; Appointment System — أسئلة؟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Queue &amp; Appointment System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406</Words>
  <Application>Microsoft Office PowerPoint</Application>
  <PresentationFormat>Widescreen</PresentationFormat>
  <Paragraphs>121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Bassel amr mahmoud</cp:lastModifiedBy>
  <cp:revision>3</cp:revision>
  <dcterms:created xsi:type="dcterms:W3CDTF">2026-07-15T23:38:21Z</dcterms:created>
  <dcterms:modified xsi:type="dcterms:W3CDTF">2026-07-16T08:53:49Z</dcterms:modified>
</cp:coreProperties>
</file>